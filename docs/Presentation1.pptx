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2"/>
    <p:restoredTop sz="94635"/>
  </p:normalViewPr>
  <p:slideViewPr>
    <p:cSldViewPr snapToGrid="0">
      <p:cViewPr>
        <p:scale>
          <a:sx n="90" d="100"/>
          <a:sy n="90" d="100"/>
        </p:scale>
        <p:origin x="197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DCD76-B986-B143-0961-158DCE331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63301-2E09-D512-B542-8E551393C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AA157-DEDF-AC75-344C-5AE41420D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27F6-5F6F-ED00-91CB-2A8CB3AF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C5FAF-34F6-6D1D-800B-9C1B6B37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4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C483-22E6-676B-AB9A-4C76042E1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97BBB-86EC-88A1-6249-43CADAFD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EC80-ED68-3A06-C009-BB2896C77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B09D3-7D56-F9D1-0308-390DC15F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78EC1-85D8-B312-0B35-272244FC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99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012C-4A1A-FC9F-D038-25B891696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03EF8-9F34-59AC-A474-4B7266DD1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24389-4C09-41B6-B59B-C688C320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FB115-AACE-D831-2F51-368C22959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4B854-4B93-8373-4346-BA14C70A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3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1649D-090C-2C15-562C-6ABC2743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5D462-6E60-52E1-3AFF-07DE7D6E7E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A5455-A1A6-E80B-ABD3-FA2C02D0B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9F79F-1D3F-8C57-8832-850F0BA00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E1BDF-595F-C2A0-AE0F-1BE4BC1EB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24557-75DE-68D6-5C50-71A5C9ED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6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03635-3E37-9226-45E0-30D3AAC6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3CC32-9D96-DC54-9834-812BCB653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C6FD1-C63C-E0D3-82A2-63F890947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FF2C5-6833-D331-03C6-5145360A3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64182-C2CB-7EAD-6B8B-9C61DCDE74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A2C307-26BB-E560-1903-71FDA421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126C7F-9516-C8EA-A108-49D739E8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830501-8948-CEAD-76AB-9723F500E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1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0765-01C9-423C-C86B-A7F49A3F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9BE69B-2D61-DA61-BB15-EEB558FC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406DD-5262-A9BA-10B4-25893009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C79CF-2784-D584-E6C0-5E65CC48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3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1F5538-924B-ABDA-317A-DE500AB82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4D0BF-6E10-43D8-4334-72459099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05E6E-5246-F6EB-941A-C9406300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3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0F9F-AE20-9C85-9A83-CC4D4CE4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EF47B-78A6-8948-3AA1-7D3210393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F895F-5AFC-3EC9-1DB7-413E53662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9CEA6-EB04-F814-91B7-E96E9780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CBC30-99E3-A42C-29AC-2FD027B2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2F17C-2889-B771-4A10-B5A930CF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1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960A-B3A3-0FAC-75D3-67440BD3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9ABDE-8505-9471-6B2A-304C50D81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7B9EF-4A62-1950-4F29-A8878F53D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26027-8330-5CF0-FB62-27B90E674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97513-0C0C-1477-B061-F3E8CBE0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CC6BE-9C4A-358C-51AF-685C67BD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6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A21A-6827-AC9E-EBFC-393239D7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B1074-DB69-0D95-569B-DEABB394A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59400-9037-C7A4-6540-390D5919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658D9-4387-0A38-8F4E-238984045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5C48F-AE57-21AB-C1E2-9621405A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54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C9EAAB-F241-7CB5-51DF-DE2A0AEBAA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2B13F-B568-19A4-4A48-63C5920D2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4348D-6217-61DB-8800-974DF348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F28BC-AE36-0D45-B2DE-BE2D1BD6F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530C1-6CD9-7619-1CC3-29530B88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2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7E63D-EE03-4EC1-CC4C-C96598135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51511-5988-9BCD-EE32-742562B01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E287-F234-1B65-59B7-365C9D8C7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6425B-0A59-7E47-A5AB-4B293B281347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0F53C-4E50-FBD0-621C-95F01DECE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55238-1BB3-3670-512F-F21EE99BB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5214D-80DB-4747-97C0-A10A109E9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8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roup 258">
            <a:extLst>
              <a:ext uri="{FF2B5EF4-FFF2-40B4-BE49-F238E27FC236}">
                <a16:creationId xmlns:a16="http://schemas.microsoft.com/office/drawing/2014/main" id="{5D10F5A8-BBC9-B986-2BD8-30AE2A746430}"/>
              </a:ext>
            </a:extLst>
          </p:cNvPr>
          <p:cNvGrpSpPr/>
          <p:nvPr/>
        </p:nvGrpSpPr>
        <p:grpSpPr>
          <a:xfrm>
            <a:off x="156625" y="548582"/>
            <a:ext cx="11933946" cy="5760836"/>
            <a:chOff x="156625" y="548582"/>
            <a:chExt cx="11933946" cy="57608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CC0B5B-F7D6-0E2C-DAA0-42C0132B3EE3}"/>
                </a:ext>
              </a:extLst>
            </p:cNvPr>
            <p:cNvSpPr/>
            <p:nvPr/>
          </p:nvSpPr>
          <p:spPr>
            <a:xfrm>
              <a:off x="156626" y="548582"/>
              <a:ext cx="5104778" cy="57608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C0EDB22-535F-BB09-DEBF-FADFD5A8E8CC}"/>
                </a:ext>
              </a:extLst>
            </p:cNvPr>
            <p:cNvSpPr txBox="1"/>
            <p:nvPr/>
          </p:nvSpPr>
          <p:spPr>
            <a:xfrm>
              <a:off x="156625" y="548583"/>
              <a:ext cx="14766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#1 Data Generation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E1826B-9F04-5B70-171E-F093E0B85036}"/>
                </a:ext>
              </a:extLst>
            </p:cNvPr>
            <p:cNvSpPr/>
            <p:nvPr/>
          </p:nvSpPr>
          <p:spPr>
            <a:xfrm>
              <a:off x="433072" y="825582"/>
              <a:ext cx="4561367" cy="4247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4447095-92F8-CC51-BBB1-79FACF17EB63}"/>
                </a:ext>
              </a:extLst>
            </p:cNvPr>
            <p:cNvSpPr txBox="1"/>
            <p:nvPr/>
          </p:nvSpPr>
          <p:spPr>
            <a:xfrm>
              <a:off x="1399213" y="899457"/>
              <a:ext cx="25971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Simulation Configuration Initialization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9452FD-D264-B336-8231-AEF28231BA8A}"/>
                </a:ext>
              </a:extLst>
            </p:cNvPr>
            <p:cNvSpPr/>
            <p:nvPr/>
          </p:nvSpPr>
          <p:spPr>
            <a:xfrm>
              <a:off x="433072" y="1480203"/>
              <a:ext cx="4561367" cy="4247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4B2571B-256D-5983-D1CB-D7E6A69CE56B}"/>
                    </a:ext>
                  </a:extLst>
                </p:cNvPr>
                <p:cNvSpPr txBox="1"/>
                <p:nvPr/>
              </p:nvSpPr>
              <p:spPr>
                <a:xfrm>
                  <a:off x="1143816" y="1527332"/>
                  <a:ext cx="3456844" cy="2920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Initialized Default Configuration </a:t>
                  </a:r>
                  <a14:m>
                    <m:oMath xmlns:m="http://schemas.openxmlformats.org/officeDocument/2006/math">
                      <m:r>
                        <a:rPr lang="en-US" sz="1200" b="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𝑒𝑔𝑜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𝑙𝑎𝑛𝑒</m:t>
                          </m:r>
                        </m:sub>
                      </m:sSub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4B2571B-256D-5983-D1CB-D7E6A69CE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3816" y="1527332"/>
                  <a:ext cx="3456844" cy="292068"/>
                </a:xfrm>
                <a:prstGeom prst="rect">
                  <a:avLst/>
                </a:prstGeom>
                <a:blipFill>
                  <a:blip r:embed="rId2"/>
                  <a:stretch>
                    <a:fillRect t="-4167"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108127-75B1-3749-846C-9765B826221B}"/>
                </a:ext>
              </a:extLst>
            </p:cNvPr>
            <p:cNvSpPr/>
            <p:nvPr/>
          </p:nvSpPr>
          <p:spPr>
            <a:xfrm>
              <a:off x="453331" y="2203066"/>
              <a:ext cx="2122201" cy="2769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14016F-ABF4-2C86-D43E-8F5E2EA23F8D}"/>
                </a:ext>
              </a:extLst>
            </p:cNvPr>
            <p:cNvSpPr/>
            <p:nvPr/>
          </p:nvSpPr>
          <p:spPr>
            <a:xfrm>
              <a:off x="2872238" y="2203065"/>
              <a:ext cx="2122201" cy="2769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FFF355-25C8-400D-6104-59829A96E86C}"/>
                </a:ext>
              </a:extLst>
            </p:cNvPr>
            <p:cNvSpPr txBox="1"/>
            <p:nvPr/>
          </p:nvSpPr>
          <p:spPr>
            <a:xfrm>
              <a:off x="749966" y="2203064"/>
              <a:ext cx="15458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Scenario Initialization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DD7356D-4B08-D5AA-FDBF-C343EBBB414B}"/>
                </a:ext>
              </a:extLst>
            </p:cNvPr>
            <p:cNvSpPr txBox="1"/>
            <p:nvPr/>
          </p:nvSpPr>
          <p:spPr>
            <a:xfrm>
              <a:off x="3222662" y="2203064"/>
              <a:ext cx="14213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Stochastic Dynamic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E5C9C7D-A431-0354-086D-4E77E9FF1180}"/>
                </a:ext>
              </a:extLst>
            </p:cNvPr>
            <p:cNvSpPr/>
            <p:nvPr/>
          </p:nvSpPr>
          <p:spPr>
            <a:xfrm>
              <a:off x="453331" y="2796578"/>
              <a:ext cx="2122201" cy="3209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FA6E960-DB61-5D0F-2890-161621FEBC99}"/>
                    </a:ext>
                  </a:extLst>
                </p:cNvPr>
                <p:cNvSpPr txBox="1"/>
                <p:nvPr/>
              </p:nvSpPr>
              <p:spPr>
                <a:xfrm>
                  <a:off x="741523" y="2803573"/>
                  <a:ext cx="1545816" cy="2920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𝑒𝑔𝑜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𝑙𝑎𝑛𝑒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FA6E960-DB61-5D0F-2890-161621FEB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523" y="2803573"/>
                  <a:ext cx="1545816" cy="292068"/>
                </a:xfrm>
                <a:prstGeom prst="rect">
                  <a:avLst/>
                </a:prstGeom>
                <a:blipFill>
                  <a:blip r:embed="rId3"/>
                  <a:stretch>
                    <a:fillRect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46F024-FDF2-06A2-BF1A-DF60951DDE5C}"/>
                </a:ext>
              </a:extLst>
            </p:cNvPr>
            <p:cNvSpPr/>
            <p:nvPr/>
          </p:nvSpPr>
          <p:spPr>
            <a:xfrm>
              <a:off x="2872238" y="2785167"/>
              <a:ext cx="2122201" cy="3323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7E95FD8-E064-433E-0E71-F9C83A43266E}"/>
                    </a:ext>
                  </a:extLst>
                </p:cNvPr>
                <p:cNvSpPr txBox="1"/>
                <p:nvPr/>
              </p:nvSpPr>
              <p:spPr>
                <a:xfrm>
                  <a:off x="3160430" y="2792161"/>
                  <a:ext cx="1545816" cy="2920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𝑎𝑔𝑔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𝑗𝑒𝑟𝑘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𝑠𝑤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7E95FD8-E064-433E-0E71-F9C83A4326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0430" y="2792161"/>
                  <a:ext cx="1545816" cy="2920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CD15963-BE13-0061-49EF-B6349ECE54A2}"/>
                </a:ext>
              </a:extLst>
            </p:cNvPr>
            <p:cNvSpPr/>
            <p:nvPr/>
          </p:nvSpPr>
          <p:spPr>
            <a:xfrm>
              <a:off x="453331" y="3346736"/>
              <a:ext cx="2122201" cy="5926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2D1B85C-BB9E-09AB-51CB-7131898FD169}"/>
                </a:ext>
              </a:extLst>
            </p:cNvPr>
            <p:cNvSpPr txBox="1"/>
            <p:nvPr/>
          </p:nvSpPr>
          <p:spPr>
            <a:xfrm>
              <a:off x="473590" y="3415443"/>
              <a:ext cx="21019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Road Geometry and Object Layout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38843D0-D4D9-336C-A909-A65D7F856932}"/>
                </a:ext>
              </a:extLst>
            </p:cNvPr>
            <p:cNvSpPr/>
            <p:nvPr/>
          </p:nvSpPr>
          <p:spPr>
            <a:xfrm>
              <a:off x="2872238" y="3336797"/>
              <a:ext cx="2122201" cy="5915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32C18F-FEC5-F4BF-7BB9-FC1845474117}"/>
                </a:ext>
              </a:extLst>
            </p:cNvPr>
            <p:cNvSpPr txBox="1"/>
            <p:nvPr/>
          </p:nvSpPr>
          <p:spPr>
            <a:xfrm>
              <a:off x="3160430" y="3396470"/>
              <a:ext cx="15458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Perturbed States per Time Step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85B8A9B-E0CC-5366-51B4-5DFDAA21EC2E}"/>
                </a:ext>
              </a:extLst>
            </p:cNvPr>
            <p:cNvSpPr/>
            <p:nvPr/>
          </p:nvSpPr>
          <p:spPr>
            <a:xfrm>
              <a:off x="433072" y="4186455"/>
              <a:ext cx="2122201" cy="2769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82E05A-B190-83EE-214D-75A10ABEBDF9}"/>
                </a:ext>
              </a:extLst>
            </p:cNvPr>
            <p:cNvSpPr txBox="1"/>
            <p:nvPr/>
          </p:nvSpPr>
          <p:spPr>
            <a:xfrm>
              <a:off x="869546" y="4186683"/>
              <a:ext cx="12779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 Placement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EC33E54-E7C3-8315-459B-0240D954166D}"/>
                </a:ext>
              </a:extLst>
            </p:cNvPr>
            <p:cNvSpPr/>
            <p:nvPr/>
          </p:nvSpPr>
          <p:spPr>
            <a:xfrm>
              <a:off x="2872238" y="4186455"/>
              <a:ext cx="2122201" cy="2769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023574-4492-609D-74A3-02362DE71B82}"/>
                </a:ext>
              </a:extLst>
            </p:cNvPr>
            <p:cNvSpPr txBox="1"/>
            <p:nvPr/>
          </p:nvSpPr>
          <p:spPr>
            <a:xfrm>
              <a:off x="3039916" y="4180956"/>
              <a:ext cx="2122201" cy="282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Ground-Truth Labelling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798B11-22C3-E4A0-D303-0A6D10A619FF}"/>
                </a:ext>
              </a:extLst>
            </p:cNvPr>
            <p:cNvSpPr/>
            <p:nvPr/>
          </p:nvSpPr>
          <p:spPr>
            <a:xfrm>
              <a:off x="433072" y="5236811"/>
              <a:ext cx="2122201" cy="2769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29B98CF-467D-74E7-D771-A927CD6658C4}"/>
                    </a:ext>
                  </a:extLst>
                </p:cNvPr>
                <p:cNvSpPr txBox="1"/>
                <p:nvPr/>
              </p:nvSpPr>
              <p:spPr>
                <a:xfrm>
                  <a:off x="517243" y="5236810"/>
                  <a:ext cx="210194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Object State (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𝑑𝑦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𝑣𝑦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29B98CF-467D-74E7-D771-A927CD6658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243" y="5236810"/>
                  <a:ext cx="2101941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2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DA5D685-4C43-0697-7572-833AE2E06CB3}"/>
                </a:ext>
              </a:extLst>
            </p:cNvPr>
            <p:cNvSpPr/>
            <p:nvPr/>
          </p:nvSpPr>
          <p:spPr>
            <a:xfrm>
              <a:off x="2872239" y="4849457"/>
              <a:ext cx="2122201" cy="6835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F4BCA8D-4117-57DF-1662-2B1D9C7F44E2}"/>
                    </a:ext>
                  </a:extLst>
                </p:cNvPr>
                <p:cNvSpPr txBox="1"/>
                <p:nvPr/>
              </p:nvSpPr>
              <p:spPr>
                <a:xfrm>
                  <a:off x="2892498" y="4921530"/>
                  <a:ext cx="2101941" cy="4574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𝑁𝑒𝑎𝑟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𝑚𝑖𝑠𝑠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𝑙𝑎𝑏𝑒𝑙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1200" b="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𝐶𝑜𝑛𝑓𝑙𝑖𝑐𝑡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𝑇𝑦𝑝𝑒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𝐿𝑎𝑏𝑒𝑙</m:t>
                        </m:r>
                      </m:oMath>
                    </m:oMathPara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F4BCA8D-4117-57DF-1662-2B1D9C7F44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2498" y="4921530"/>
                  <a:ext cx="2101941" cy="457433"/>
                </a:xfrm>
                <a:prstGeom prst="rect">
                  <a:avLst/>
                </a:prstGeom>
                <a:blipFill>
                  <a:blip r:embed="rId6"/>
                  <a:stretch>
                    <a:fillRect b="-81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7A3764D-E5A7-DCF1-E7AE-6CB50F0BA8FB}"/>
                </a:ext>
              </a:extLst>
            </p:cNvPr>
            <p:cNvSpPr/>
            <p:nvPr/>
          </p:nvSpPr>
          <p:spPr>
            <a:xfrm>
              <a:off x="1504303" y="5946076"/>
              <a:ext cx="2122201" cy="2769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29B1104-08AD-6A0B-8F1F-A08E58D5B966}"/>
                </a:ext>
              </a:extLst>
            </p:cNvPr>
            <p:cNvSpPr txBox="1"/>
            <p:nvPr/>
          </p:nvSpPr>
          <p:spPr>
            <a:xfrm>
              <a:off x="1741092" y="5938348"/>
              <a:ext cx="17968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Near-miss dataset (CSV)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83BF8FC-2270-D773-8C8D-F377B2F66559}"/>
                </a:ext>
              </a:extLst>
            </p:cNvPr>
            <p:cNvSpPr/>
            <p:nvPr/>
          </p:nvSpPr>
          <p:spPr>
            <a:xfrm>
              <a:off x="338112" y="4737813"/>
              <a:ext cx="4824005" cy="10721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F5E5F82-0705-CD14-88A9-8D2431A871B1}"/>
                </a:ext>
              </a:extLst>
            </p:cNvPr>
            <p:cNvCxnSpPr>
              <a:stCxn id="8" idx="2"/>
            </p:cNvCxnSpPr>
            <p:nvPr/>
          </p:nvCxnSpPr>
          <p:spPr>
            <a:xfrm flipH="1">
              <a:off x="2713755" y="1250333"/>
              <a:ext cx="1" cy="2298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C16E2ED6-921F-6FD5-F1B9-4DB824552D83}"/>
                </a:ext>
              </a:extLst>
            </p:cNvPr>
            <p:cNvCxnSpPr>
              <a:stCxn id="11" idx="2"/>
              <a:endCxn id="17" idx="0"/>
            </p:cNvCxnSpPr>
            <p:nvPr/>
          </p:nvCxnSpPr>
          <p:spPr>
            <a:xfrm rot="5400000">
              <a:off x="1969260" y="1458568"/>
              <a:ext cx="298110" cy="119088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266E9875-424F-D7F5-9F78-2F3E91C894EF}"/>
                </a:ext>
              </a:extLst>
            </p:cNvPr>
            <p:cNvCxnSpPr>
              <a:stCxn id="11" idx="2"/>
              <a:endCxn id="18" idx="0"/>
            </p:cNvCxnSpPr>
            <p:nvPr/>
          </p:nvCxnSpPr>
          <p:spPr>
            <a:xfrm rot="16200000" flipH="1">
              <a:off x="3174492" y="1444218"/>
              <a:ext cx="298110" cy="121958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3C87A82-1CD8-FFCE-972F-B96306F73C11}"/>
                </a:ext>
              </a:extLst>
            </p:cNvPr>
            <p:cNvCxnSpPr>
              <a:cxnSpLocks/>
              <a:stCxn id="14" idx="2"/>
              <a:endCxn id="21" idx="0"/>
            </p:cNvCxnSpPr>
            <p:nvPr/>
          </p:nvCxnSpPr>
          <p:spPr>
            <a:xfrm flipH="1">
              <a:off x="1514431" y="2480064"/>
              <a:ext cx="1" cy="3235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80A1475-C961-9D05-B95E-4BD3FE87AFE0}"/>
                </a:ext>
              </a:extLst>
            </p:cNvPr>
            <p:cNvCxnSpPr>
              <a:cxnSpLocks/>
              <a:stCxn id="19" idx="2"/>
              <a:endCxn id="24" idx="0"/>
            </p:cNvCxnSpPr>
            <p:nvPr/>
          </p:nvCxnSpPr>
          <p:spPr>
            <a:xfrm>
              <a:off x="1514432" y="3117561"/>
              <a:ext cx="0" cy="229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643D0CD-132F-E66B-B347-13AB912A43B4}"/>
                </a:ext>
              </a:extLst>
            </p:cNvPr>
            <p:cNvCxnSpPr>
              <a:stCxn id="22" idx="2"/>
              <a:endCxn id="26" idx="0"/>
            </p:cNvCxnSpPr>
            <p:nvPr/>
          </p:nvCxnSpPr>
          <p:spPr>
            <a:xfrm>
              <a:off x="3933339" y="3117561"/>
              <a:ext cx="0" cy="2192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923D09B-6886-F5F7-8FF3-95928D5AD07A}"/>
                </a:ext>
              </a:extLst>
            </p:cNvPr>
            <p:cNvCxnSpPr>
              <a:stCxn id="16" idx="2"/>
              <a:endCxn id="22" idx="0"/>
            </p:cNvCxnSpPr>
            <p:nvPr/>
          </p:nvCxnSpPr>
          <p:spPr>
            <a:xfrm>
              <a:off x="3933339" y="2480063"/>
              <a:ext cx="0" cy="3051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75ECB9F-4731-050E-8CCE-1B6488D5AB38}"/>
                </a:ext>
              </a:extLst>
            </p:cNvPr>
            <p:cNvCxnSpPr>
              <a:stCxn id="24" idx="2"/>
              <a:endCxn id="29" idx="0"/>
            </p:cNvCxnSpPr>
            <p:nvPr/>
          </p:nvCxnSpPr>
          <p:spPr>
            <a:xfrm flipH="1">
              <a:off x="1508524" y="3939345"/>
              <a:ext cx="5908" cy="2473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C7ADA3A0-8C2E-40B5-AFB5-6960C5A3B704}"/>
                </a:ext>
              </a:extLst>
            </p:cNvPr>
            <p:cNvCxnSpPr>
              <a:stCxn id="26" idx="2"/>
            </p:cNvCxnSpPr>
            <p:nvPr/>
          </p:nvCxnSpPr>
          <p:spPr>
            <a:xfrm flipH="1">
              <a:off x="3933338" y="3928388"/>
              <a:ext cx="1" cy="2525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A311A77B-28BF-C6B3-1E80-614EF486CB21}"/>
                </a:ext>
              </a:extLst>
            </p:cNvPr>
            <p:cNvCxnSpPr>
              <a:stCxn id="28" idx="2"/>
              <a:endCxn id="32" idx="0"/>
            </p:cNvCxnSpPr>
            <p:nvPr/>
          </p:nvCxnSpPr>
          <p:spPr>
            <a:xfrm>
              <a:off x="1494173" y="4463453"/>
              <a:ext cx="0" cy="77335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D92F7D39-44A3-0BC0-9CAC-9D4D6D34FB58}"/>
                </a:ext>
              </a:extLst>
            </p:cNvPr>
            <p:cNvCxnSpPr>
              <a:stCxn id="32" idx="2"/>
              <a:endCxn id="37" idx="0"/>
            </p:cNvCxnSpPr>
            <p:nvPr/>
          </p:nvCxnSpPr>
          <p:spPr>
            <a:xfrm rot="16200000" flipH="1">
              <a:off x="1854571" y="5153410"/>
              <a:ext cx="424539" cy="114533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>
              <a:extLst>
                <a:ext uri="{FF2B5EF4-FFF2-40B4-BE49-F238E27FC236}">
                  <a16:creationId xmlns:a16="http://schemas.microsoft.com/office/drawing/2014/main" id="{DAF137B8-9796-CB5A-5382-42DA9B4457C7}"/>
                </a:ext>
              </a:extLst>
            </p:cNvPr>
            <p:cNvCxnSpPr>
              <a:cxnSpLocks/>
              <a:stCxn id="34" idx="2"/>
              <a:endCxn id="37" idx="0"/>
            </p:cNvCxnSpPr>
            <p:nvPr/>
          </p:nvCxnSpPr>
          <p:spPr>
            <a:xfrm rot="5400000">
              <a:off x="3083748" y="5088755"/>
              <a:ext cx="405353" cy="129383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F8D6A42-C62E-4553-A46C-31D064A48DEC}"/>
                </a:ext>
              </a:extLst>
            </p:cNvPr>
            <p:cNvSpPr/>
            <p:nvPr/>
          </p:nvSpPr>
          <p:spPr>
            <a:xfrm>
              <a:off x="5362647" y="548582"/>
              <a:ext cx="6727924" cy="57608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A522146-E242-FD05-BBBE-4ACC5B0987EC}"/>
                </a:ext>
              </a:extLst>
            </p:cNvPr>
            <p:cNvSpPr txBox="1"/>
            <p:nvPr/>
          </p:nvSpPr>
          <p:spPr>
            <a:xfrm>
              <a:off x="5362647" y="558351"/>
              <a:ext cx="22926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#2 Stochastic Monte-Carlo SSM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950F94D-7FCC-40EE-2D06-1536F9780B1A}"/>
                </a:ext>
              </a:extLst>
            </p:cNvPr>
            <p:cNvSpPr/>
            <p:nvPr/>
          </p:nvSpPr>
          <p:spPr>
            <a:xfrm>
              <a:off x="5698958" y="1467821"/>
              <a:ext cx="3251874" cy="4247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721405E-B030-72D4-A856-DF46A0362DA9}"/>
                    </a:ext>
                  </a:extLst>
                </p:cNvPr>
                <p:cNvSpPr txBox="1"/>
                <p:nvPr/>
              </p:nvSpPr>
              <p:spPr>
                <a:xfrm>
                  <a:off x="5777009" y="1541697"/>
                  <a:ext cx="314528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SSM Calculation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𝑇𝑇𝐶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𝑇𝑇𝐶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𝐷𝑅𝐴𝐶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𝑀𝐷𝑅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721405E-B030-72D4-A856-DF46A0362D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7009" y="1541697"/>
                  <a:ext cx="3145285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008DCA08-E816-026D-5A13-4D573BF3DED5}"/>
                </a:ext>
              </a:extLst>
            </p:cNvPr>
            <p:cNvCxnSpPr>
              <a:stCxn id="30" idx="2"/>
              <a:endCxn id="34" idx="0"/>
            </p:cNvCxnSpPr>
            <p:nvPr/>
          </p:nvCxnSpPr>
          <p:spPr>
            <a:xfrm>
              <a:off x="3933339" y="4463453"/>
              <a:ext cx="1" cy="3860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Elbow Connector 96">
              <a:extLst>
                <a:ext uri="{FF2B5EF4-FFF2-40B4-BE49-F238E27FC236}">
                  <a16:creationId xmlns:a16="http://schemas.microsoft.com/office/drawing/2014/main" id="{CD4DB4CA-334C-5630-0319-A504BA4BA6AB}"/>
                </a:ext>
              </a:extLst>
            </p:cNvPr>
            <p:cNvCxnSpPr>
              <a:cxnSpLocks/>
              <a:stCxn id="38" idx="3"/>
              <a:endCxn id="80" idx="1"/>
            </p:cNvCxnSpPr>
            <p:nvPr/>
          </p:nvCxnSpPr>
          <p:spPr>
            <a:xfrm flipV="1">
              <a:off x="5162117" y="1680197"/>
              <a:ext cx="536841" cy="3593706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70C6D38-CF53-2FAC-8F78-691CDF893A19}"/>
                </a:ext>
              </a:extLst>
            </p:cNvPr>
            <p:cNvSpPr/>
            <p:nvPr/>
          </p:nvSpPr>
          <p:spPr>
            <a:xfrm>
              <a:off x="5731855" y="946882"/>
              <a:ext cx="3186081" cy="2769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6E9EB01-FA89-A5E2-0743-9C786340C293}"/>
                </a:ext>
              </a:extLst>
            </p:cNvPr>
            <p:cNvSpPr txBox="1"/>
            <p:nvPr/>
          </p:nvSpPr>
          <p:spPr>
            <a:xfrm>
              <a:off x="6099979" y="933278"/>
              <a:ext cx="24498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Pre-created Near-miss dataset (CSV)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537B7BF5-5EA4-3CA4-0DE3-B7EB02404017}"/>
                </a:ext>
              </a:extLst>
            </p:cNvPr>
            <p:cNvCxnSpPr>
              <a:cxnSpLocks/>
              <a:stCxn id="99" idx="2"/>
              <a:endCxn id="80" idx="0"/>
            </p:cNvCxnSpPr>
            <p:nvPr/>
          </p:nvCxnSpPr>
          <p:spPr>
            <a:xfrm flipH="1">
              <a:off x="7324895" y="1223881"/>
              <a:ext cx="1" cy="243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AAFE426-F4D0-4716-8E9C-35C3E839EC1F}"/>
                </a:ext>
              </a:extLst>
            </p:cNvPr>
            <p:cNvSpPr/>
            <p:nvPr/>
          </p:nvSpPr>
          <p:spPr>
            <a:xfrm>
              <a:off x="5674465" y="2116801"/>
              <a:ext cx="1747802" cy="4247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27619EA-8A41-E4D2-B761-A9EF7DE7C607}"/>
                    </a:ext>
                  </a:extLst>
                </p:cNvPr>
                <p:cNvSpPr txBox="1"/>
                <p:nvPr/>
              </p:nvSpPr>
              <p:spPr>
                <a:xfrm>
                  <a:off x="5770276" y="2184973"/>
                  <a:ext cx="165199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Particle Generation (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427619EA-8A41-E4D2-B761-A9EF7DE7C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0276" y="2184973"/>
                  <a:ext cx="1651991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B90FA47-69F3-226C-9197-4300FB1E3014}"/>
                </a:ext>
              </a:extLst>
            </p:cNvPr>
            <p:cNvSpPr/>
            <p:nvPr/>
          </p:nvSpPr>
          <p:spPr>
            <a:xfrm>
              <a:off x="5567559" y="2864857"/>
              <a:ext cx="2087703" cy="4247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8813B202-E0B9-A110-D4F5-13B0043999EF}"/>
                    </a:ext>
                  </a:extLst>
                </p:cNvPr>
                <p:cNvSpPr txBox="1"/>
                <p:nvPr/>
              </p:nvSpPr>
              <p:spPr>
                <a:xfrm>
                  <a:off x="5663371" y="2933029"/>
                  <a:ext cx="204318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Perturbed State Vector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8813B202-E0B9-A110-D4F5-13B0043999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3371" y="2933029"/>
                  <a:ext cx="2043188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BC8E66C-CF12-E3C9-DCD8-F8DFB4869A69}"/>
                </a:ext>
              </a:extLst>
            </p:cNvPr>
            <p:cNvSpPr/>
            <p:nvPr/>
          </p:nvSpPr>
          <p:spPr>
            <a:xfrm>
              <a:off x="5674465" y="3646275"/>
              <a:ext cx="1442175" cy="2452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932FA723-DD89-BC6A-D034-C0E52A9C302E}"/>
                    </a:ext>
                  </a:extLst>
                </p:cNvPr>
                <p:cNvSpPr txBox="1"/>
                <p:nvPr/>
              </p:nvSpPr>
              <p:spPr>
                <a:xfrm>
                  <a:off x="5647680" y="3643040"/>
                  <a:ext cx="48036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932FA723-DD89-BC6A-D034-C0E52A9C3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7680" y="3643040"/>
                  <a:ext cx="480361" cy="276999"/>
                </a:xfrm>
                <a:prstGeom prst="rect">
                  <a:avLst/>
                </a:prstGeom>
                <a:blipFill>
                  <a:blip r:embed="rId10"/>
                  <a:stretch>
                    <a:fillRect r="-7692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2EB1902-B9F8-1BA9-E007-488537823CBC}"/>
                </a:ext>
              </a:extLst>
            </p:cNvPr>
            <p:cNvSpPr/>
            <p:nvPr/>
          </p:nvSpPr>
          <p:spPr>
            <a:xfrm>
              <a:off x="5777009" y="3954274"/>
              <a:ext cx="1150726" cy="67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AC2587B-4C3B-4303-7823-788AF0883BCA}"/>
                </a:ext>
              </a:extLst>
            </p:cNvPr>
            <p:cNvSpPr txBox="1"/>
            <p:nvPr/>
          </p:nvSpPr>
          <p:spPr>
            <a:xfrm>
              <a:off x="5915191" y="3951039"/>
              <a:ext cx="10125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Per-particle conflict type classifier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853862E-76B1-2EF3-244B-0F1081C6C575}"/>
                </a:ext>
              </a:extLst>
            </p:cNvPr>
            <p:cNvSpPr/>
            <p:nvPr/>
          </p:nvSpPr>
          <p:spPr>
            <a:xfrm>
              <a:off x="5767441" y="4852692"/>
              <a:ext cx="1150726" cy="67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C21BB81-048D-1987-F87B-A75B6F7F2F4D}"/>
                </a:ext>
              </a:extLst>
            </p:cNvPr>
            <p:cNvSpPr txBox="1"/>
            <p:nvPr/>
          </p:nvSpPr>
          <p:spPr>
            <a:xfrm>
              <a:off x="5866233" y="4927693"/>
              <a:ext cx="1012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Per-particle SSM Oracle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1D1B535-58ED-1943-8497-5569AD7C4082}"/>
                </a:ext>
              </a:extLst>
            </p:cNvPr>
            <p:cNvSpPr/>
            <p:nvPr/>
          </p:nvSpPr>
          <p:spPr>
            <a:xfrm>
              <a:off x="7508656" y="3643040"/>
              <a:ext cx="1442175" cy="2452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46D5B5DE-C623-ABA6-0EC8-177202111F2D}"/>
                    </a:ext>
                  </a:extLst>
                </p:cNvPr>
                <p:cNvSpPr txBox="1"/>
                <p:nvPr/>
              </p:nvSpPr>
              <p:spPr>
                <a:xfrm>
                  <a:off x="7481871" y="3639805"/>
                  <a:ext cx="48036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46D5B5DE-C623-ABA6-0EC8-177202111F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1871" y="3639805"/>
                  <a:ext cx="480361" cy="276999"/>
                </a:xfrm>
                <a:prstGeom prst="rect">
                  <a:avLst/>
                </a:prstGeom>
                <a:blipFill>
                  <a:blip r:embed="rId11"/>
                  <a:stretch>
                    <a:fillRect r="-15385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6FDA852B-5F1F-6F98-B9CB-A492D7FAA4AE}"/>
                </a:ext>
              </a:extLst>
            </p:cNvPr>
            <p:cNvSpPr/>
            <p:nvPr/>
          </p:nvSpPr>
          <p:spPr>
            <a:xfrm>
              <a:off x="7611200" y="3951039"/>
              <a:ext cx="1150726" cy="67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4D1546B-9D87-24A2-06FC-39ABD3A836C2}"/>
                </a:ext>
              </a:extLst>
            </p:cNvPr>
            <p:cNvSpPr txBox="1"/>
            <p:nvPr/>
          </p:nvSpPr>
          <p:spPr>
            <a:xfrm>
              <a:off x="7749382" y="3947804"/>
              <a:ext cx="10125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Per-particle conflict type classifier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4F67BB4-3A10-FE43-CFB8-C615FBCC8315}"/>
                </a:ext>
              </a:extLst>
            </p:cNvPr>
            <p:cNvSpPr/>
            <p:nvPr/>
          </p:nvSpPr>
          <p:spPr>
            <a:xfrm>
              <a:off x="7601632" y="4849457"/>
              <a:ext cx="1150726" cy="6740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BD35FA0-18A9-326D-16B6-6C677F8497C0}"/>
                </a:ext>
              </a:extLst>
            </p:cNvPr>
            <p:cNvSpPr txBox="1"/>
            <p:nvPr/>
          </p:nvSpPr>
          <p:spPr>
            <a:xfrm>
              <a:off x="7700424" y="4924458"/>
              <a:ext cx="1012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Per-particle SSM Oracle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B28120D-E6AE-012F-D6C2-2A63C34B3568}"/>
                </a:ext>
              </a:extLst>
            </p:cNvPr>
            <p:cNvSpPr txBox="1"/>
            <p:nvPr/>
          </p:nvSpPr>
          <p:spPr>
            <a:xfrm>
              <a:off x="7158893" y="4572458"/>
              <a:ext cx="338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6F504F4F-9C6D-CCAD-FD0D-2F25DA29FBEE}"/>
                </a:ext>
              </a:extLst>
            </p:cNvPr>
            <p:cNvSpPr/>
            <p:nvPr/>
          </p:nvSpPr>
          <p:spPr>
            <a:xfrm>
              <a:off x="10047040" y="925237"/>
              <a:ext cx="1747802" cy="4247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13E63677-45B6-367E-F361-57E989666829}"/>
                    </a:ext>
                  </a:extLst>
                </p:cNvPr>
                <p:cNvSpPr txBox="1"/>
                <p:nvPr/>
              </p:nvSpPr>
              <p:spPr>
                <a:xfrm>
                  <a:off x="10142851" y="993409"/>
                  <a:ext cx="141474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𝑃𝑜𝑁𝑀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Aggregation</a:t>
                  </a:r>
                </a:p>
              </p:txBody>
            </p:sp>
          </mc:Choice>
          <mc:Fallback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13E63677-45B6-367E-F361-57E9896668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2851" y="993409"/>
                  <a:ext cx="1414746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2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BA1A2A0-830F-8E90-7331-8482EA574D96}"/>
                </a:ext>
              </a:extLst>
            </p:cNvPr>
            <p:cNvSpPr/>
            <p:nvPr/>
          </p:nvSpPr>
          <p:spPr>
            <a:xfrm>
              <a:off x="10047040" y="1612024"/>
              <a:ext cx="1747802" cy="4247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E96BBB98-6C01-41CC-8390-24EF9D7F0E27}"/>
                    </a:ext>
                  </a:extLst>
                </p:cNvPr>
                <p:cNvSpPr txBox="1"/>
                <p:nvPr/>
              </p:nvSpPr>
              <p:spPr>
                <a:xfrm>
                  <a:off x="10347946" y="1680197"/>
                  <a:ext cx="99475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𝑃𝑜𝑁𝑀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Score</a:t>
                  </a:r>
                </a:p>
              </p:txBody>
            </p:sp>
          </mc:Choice>
          <mc:Fallback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E96BBB98-6C01-41CC-8390-24EF9D7F0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7946" y="1680197"/>
                  <a:ext cx="994759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Decision 143">
              <a:extLst>
                <a:ext uri="{FF2B5EF4-FFF2-40B4-BE49-F238E27FC236}">
                  <a16:creationId xmlns:a16="http://schemas.microsoft.com/office/drawing/2014/main" id="{D269D807-A340-1593-E40C-6C2B4E05482A}"/>
                </a:ext>
              </a:extLst>
            </p:cNvPr>
            <p:cNvSpPr/>
            <p:nvPr/>
          </p:nvSpPr>
          <p:spPr>
            <a:xfrm>
              <a:off x="10278088" y="2403957"/>
              <a:ext cx="1292859" cy="758825"/>
            </a:xfrm>
            <a:prstGeom prst="flowChartDecision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83B1A1BF-33A0-9F69-00F0-2A839FB2F225}"/>
                    </a:ext>
                  </a:extLst>
                </p:cNvPr>
                <p:cNvSpPr txBox="1"/>
                <p:nvPr/>
              </p:nvSpPr>
              <p:spPr>
                <a:xfrm>
                  <a:off x="10427137" y="2674922"/>
                  <a:ext cx="102900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𝑃𝑜𝑁𝑀</m:t>
                        </m:r>
                        <m:r>
                          <a:rPr lang="en-US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&gt; </m:t>
                        </m:r>
                        <m:r>
                          <m:rPr>
                            <m:sty m:val="p"/>
                          </m:rPr>
                          <a:rPr lang="el-G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?</m:t>
                        </m:r>
                      </m:oMath>
                    </m:oMathPara>
                  </a14:m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83B1A1BF-33A0-9F69-00F0-2A839FB2F2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7137" y="2674922"/>
                  <a:ext cx="1029000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01944FD-3FF3-4D75-60CE-338F0E8F26AB}"/>
                </a:ext>
              </a:extLst>
            </p:cNvPr>
            <p:cNvSpPr/>
            <p:nvPr/>
          </p:nvSpPr>
          <p:spPr>
            <a:xfrm>
              <a:off x="9493817" y="4124834"/>
              <a:ext cx="772906" cy="42475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094F6E1B-7238-29C5-635B-314216D006BF}"/>
                </a:ext>
              </a:extLst>
            </p:cNvPr>
            <p:cNvSpPr txBox="1"/>
            <p:nvPr/>
          </p:nvSpPr>
          <p:spPr>
            <a:xfrm>
              <a:off x="9663953" y="4186454"/>
              <a:ext cx="4587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Safe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4F198D9-28F7-9B7C-8126-65D0C2B1CDB4}"/>
                </a:ext>
              </a:extLst>
            </p:cNvPr>
            <p:cNvSpPr/>
            <p:nvPr/>
          </p:nvSpPr>
          <p:spPr>
            <a:xfrm>
              <a:off x="10643740" y="4129851"/>
              <a:ext cx="1178048" cy="42475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8E541C7-EA7B-DEAA-CEC4-556BAD30F659}"/>
                </a:ext>
              </a:extLst>
            </p:cNvPr>
            <p:cNvSpPr txBox="1"/>
            <p:nvPr/>
          </p:nvSpPr>
          <p:spPr>
            <a:xfrm>
              <a:off x="10882780" y="4202664"/>
              <a:ext cx="8147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Near-miss</a:t>
              </a:r>
            </a:p>
          </p:txBody>
        </p: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BBB99E20-FE2D-2531-F3D1-42894036405F}"/>
                </a:ext>
              </a:extLst>
            </p:cNvPr>
            <p:cNvCxnSpPr>
              <a:stCxn id="136" idx="2"/>
              <a:endCxn id="138" idx="0"/>
            </p:cNvCxnSpPr>
            <p:nvPr/>
          </p:nvCxnSpPr>
          <p:spPr>
            <a:xfrm>
              <a:off x="10920941" y="1349988"/>
              <a:ext cx="0" cy="2620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BFF38ABA-CEDA-E5FD-C8FA-EAA1D73C02E4}"/>
                </a:ext>
              </a:extLst>
            </p:cNvPr>
            <p:cNvCxnSpPr>
              <a:cxnSpLocks/>
              <a:stCxn id="138" idx="2"/>
              <a:endCxn id="144" idx="0"/>
            </p:cNvCxnSpPr>
            <p:nvPr/>
          </p:nvCxnSpPr>
          <p:spPr>
            <a:xfrm>
              <a:off x="10920941" y="2036775"/>
              <a:ext cx="3577" cy="3671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Elbow Connector 161">
              <a:extLst>
                <a:ext uri="{FF2B5EF4-FFF2-40B4-BE49-F238E27FC236}">
                  <a16:creationId xmlns:a16="http://schemas.microsoft.com/office/drawing/2014/main" id="{596FBEEC-FC44-180F-2FFC-E2CFCD979CBF}"/>
                </a:ext>
              </a:extLst>
            </p:cNvPr>
            <p:cNvCxnSpPr>
              <a:stCxn id="144" idx="2"/>
              <a:endCxn id="148" idx="0"/>
            </p:cNvCxnSpPr>
            <p:nvPr/>
          </p:nvCxnSpPr>
          <p:spPr>
            <a:xfrm rot="16200000" flipH="1">
              <a:off x="10595107" y="3492193"/>
              <a:ext cx="967069" cy="30824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Elbow Connector 163">
              <a:extLst>
                <a:ext uri="{FF2B5EF4-FFF2-40B4-BE49-F238E27FC236}">
                  <a16:creationId xmlns:a16="http://schemas.microsoft.com/office/drawing/2014/main" id="{8225DE25-E452-D3B1-4822-D31922B2D52B}"/>
                </a:ext>
              </a:extLst>
            </p:cNvPr>
            <p:cNvCxnSpPr>
              <a:stCxn id="144" idx="1"/>
              <a:endCxn id="146" idx="0"/>
            </p:cNvCxnSpPr>
            <p:nvPr/>
          </p:nvCxnSpPr>
          <p:spPr>
            <a:xfrm rot="10800000" flipV="1">
              <a:off x="9880270" y="2783370"/>
              <a:ext cx="397818" cy="134146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1ABA2C53-590A-147D-D6B6-658628331D7D}"/>
                </a:ext>
              </a:extLst>
            </p:cNvPr>
            <p:cNvSpPr txBox="1"/>
            <p:nvPr/>
          </p:nvSpPr>
          <p:spPr>
            <a:xfrm>
              <a:off x="9815703" y="2541552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A9506F2-3DB3-D30A-CF81-C2EA947DC5E6}"/>
                </a:ext>
              </a:extLst>
            </p:cNvPr>
            <p:cNvSpPr txBox="1"/>
            <p:nvPr/>
          </p:nvSpPr>
          <p:spPr>
            <a:xfrm>
              <a:off x="10920941" y="3163948"/>
              <a:ext cx="4081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EA953B51-B29C-69C2-D562-DC7AD7174CDC}"/>
                </a:ext>
              </a:extLst>
            </p:cNvPr>
            <p:cNvSpPr/>
            <p:nvPr/>
          </p:nvSpPr>
          <p:spPr>
            <a:xfrm>
              <a:off x="9351672" y="3858135"/>
              <a:ext cx="2601532" cy="991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7A8F4E2-9FA4-6FD9-7F15-73185CEDB17F}"/>
                </a:ext>
              </a:extLst>
            </p:cNvPr>
            <p:cNvSpPr/>
            <p:nvPr/>
          </p:nvSpPr>
          <p:spPr>
            <a:xfrm>
              <a:off x="9802433" y="5375309"/>
              <a:ext cx="1716528" cy="5675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03F19945-1C10-D961-9CFA-8053AF78B3AE}"/>
                </a:ext>
              </a:extLst>
            </p:cNvPr>
            <p:cNvSpPr txBox="1"/>
            <p:nvPr/>
          </p:nvSpPr>
          <p:spPr>
            <a:xfrm>
              <a:off x="10173952" y="5523553"/>
              <a:ext cx="925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Flag</a:t>
              </a:r>
            </a:p>
          </p:txBody>
        </p: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F67197DA-7AA9-C281-77DF-678C8C2C6BD4}"/>
                </a:ext>
              </a:extLst>
            </p:cNvPr>
            <p:cNvCxnSpPr>
              <a:stCxn id="167" idx="2"/>
              <a:endCxn id="168" idx="0"/>
            </p:cNvCxnSpPr>
            <p:nvPr/>
          </p:nvCxnSpPr>
          <p:spPr>
            <a:xfrm>
              <a:off x="10652438" y="4849457"/>
              <a:ext cx="8259" cy="525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Elbow Connector 183">
              <a:extLst>
                <a:ext uri="{FF2B5EF4-FFF2-40B4-BE49-F238E27FC236}">
                  <a16:creationId xmlns:a16="http://schemas.microsoft.com/office/drawing/2014/main" id="{CB1912CD-D4A7-76A4-A0F6-1CF93BD00BF4}"/>
                </a:ext>
              </a:extLst>
            </p:cNvPr>
            <p:cNvCxnSpPr>
              <a:stCxn id="125" idx="3"/>
              <a:endCxn id="136" idx="1"/>
            </p:cNvCxnSpPr>
            <p:nvPr/>
          </p:nvCxnSpPr>
          <p:spPr>
            <a:xfrm flipV="1">
              <a:off x="8950831" y="1137613"/>
              <a:ext cx="1096209" cy="3731528"/>
            </a:xfrm>
            <a:prstGeom prst="bentConnector3">
              <a:avLst>
                <a:gd name="adj1" fmla="val 24255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Elbow Connector 186">
              <a:extLst>
                <a:ext uri="{FF2B5EF4-FFF2-40B4-BE49-F238E27FC236}">
                  <a16:creationId xmlns:a16="http://schemas.microsoft.com/office/drawing/2014/main" id="{5F57E449-1D8B-2040-57EE-4407C5EBF62A}"/>
                </a:ext>
              </a:extLst>
            </p:cNvPr>
            <p:cNvCxnSpPr>
              <a:stCxn id="80" idx="2"/>
              <a:endCxn id="115" idx="0"/>
            </p:cNvCxnSpPr>
            <p:nvPr/>
          </p:nvCxnSpPr>
          <p:spPr>
            <a:xfrm rot="5400000">
              <a:off x="6814384" y="1674461"/>
              <a:ext cx="292401" cy="72862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Elbow Connector 190">
              <a:extLst>
                <a:ext uri="{FF2B5EF4-FFF2-40B4-BE49-F238E27FC236}">
                  <a16:creationId xmlns:a16="http://schemas.microsoft.com/office/drawing/2014/main" id="{9B2371C9-C937-86F9-6838-C22EA5A8E58E}"/>
                </a:ext>
              </a:extLst>
            </p:cNvPr>
            <p:cNvCxnSpPr>
              <a:stCxn id="114" idx="2"/>
              <a:endCxn id="116" idx="0"/>
            </p:cNvCxnSpPr>
            <p:nvPr/>
          </p:nvCxnSpPr>
          <p:spPr>
            <a:xfrm rot="16200000" flipH="1">
              <a:off x="6418236" y="2671681"/>
              <a:ext cx="323305" cy="6304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lbow Connector 192">
              <a:extLst>
                <a:ext uri="{FF2B5EF4-FFF2-40B4-BE49-F238E27FC236}">
                  <a16:creationId xmlns:a16="http://schemas.microsoft.com/office/drawing/2014/main" id="{F852F711-2190-3CC9-7FF1-3E0E75843FDB}"/>
                </a:ext>
              </a:extLst>
            </p:cNvPr>
            <p:cNvCxnSpPr>
              <a:stCxn id="116" idx="2"/>
              <a:endCxn id="118" idx="0"/>
            </p:cNvCxnSpPr>
            <p:nvPr/>
          </p:nvCxnSpPr>
          <p:spPr>
            <a:xfrm rot="5400000">
              <a:off x="6325149" y="3360012"/>
              <a:ext cx="356667" cy="21585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lbow Connector 194">
              <a:extLst>
                <a:ext uri="{FF2B5EF4-FFF2-40B4-BE49-F238E27FC236}">
                  <a16:creationId xmlns:a16="http://schemas.microsoft.com/office/drawing/2014/main" id="{DD35C530-A5BA-6352-0E56-8117B6D820B9}"/>
                </a:ext>
              </a:extLst>
            </p:cNvPr>
            <p:cNvCxnSpPr>
              <a:stCxn id="116" idx="2"/>
              <a:endCxn id="125" idx="0"/>
            </p:cNvCxnSpPr>
            <p:nvPr/>
          </p:nvCxnSpPr>
          <p:spPr>
            <a:xfrm rot="16200000" flipH="1">
              <a:off x="7243861" y="2657157"/>
              <a:ext cx="353432" cy="161833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32A7C735-DD87-1229-1604-0E921978CED3}"/>
                </a:ext>
              </a:extLst>
            </p:cNvPr>
            <p:cNvSpPr txBox="1"/>
            <p:nvPr/>
          </p:nvSpPr>
          <p:spPr>
            <a:xfrm>
              <a:off x="7155598" y="3375337"/>
              <a:ext cx="3385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06" name="Left Brace 205">
              <a:extLst>
                <a:ext uri="{FF2B5EF4-FFF2-40B4-BE49-F238E27FC236}">
                  <a16:creationId xmlns:a16="http://schemas.microsoft.com/office/drawing/2014/main" id="{D8983A0C-4295-3C5A-FCBE-13C46D1F4041}"/>
                </a:ext>
              </a:extLst>
            </p:cNvPr>
            <p:cNvSpPr/>
            <p:nvPr/>
          </p:nvSpPr>
          <p:spPr>
            <a:xfrm>
              <a:off x="5567559" y="3646275"/>
              <a:ext cx="45719" cy="2430572"/>
            </a:xfrm>
            <a:prstGeom prst="leftBrac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ight Brace 206">
              <a:extLst>
                <a:ext uri="{FF2B5EF4-FFF2-40B4-BE49-F238E27FC236}">
                  <a16:creationId xmlns:a16="http://schemas.microsoft.com/office/drawing/2014/main" id="{C473E7D5-04F4-3909-1C39-14B183842A3F}"/>
                </a:ext>
              </a:extLst>
            </p:cNvPr>
            <p:cNvSpPr/>
            <p:nvPr/>
          </p:nvSpPr>
          <p:spPr>
            <a:xfrm>
              <a:off x="9029700" y="3646275"/>
              <a:ext cx="45719" cy="2448966"/>
            </a:xfrm>
            <a:prstGeom prst="rightBrac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005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11507</TotalTime>
  <Words>144</Words>
  <Application>Microsoft Macintosh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Januar Kailani Suaeb</dc:creator>
  <cp:lastModifiedBy>Januar Kailani Suaeb</cp:lastModifiedBy>
  <cp:revision>6</cp:revision>
  <dcterms:created xsi:type="dcterms:W3CDTF">2026-03-29T01:31:51Z</dcterms:created>
  <dcterms:modified xsi:type="dcterms:W3CDTF">2026-04-06T01:19:38Z</dcterms:modified>
</cp:coreProperties>
</file>